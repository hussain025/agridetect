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19-09-2025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19-09-2025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19-09-2025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19-09-2025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19-09-2025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19-09-2025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19-09-2025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19-09-2025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19-09-2025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19-09-2025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19-09-2025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19-09-2025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93020"/>
            <a:ext cx="7772400" cy="1470025"/>
          </a:xfrm>
        </p:spPr>
        <p:txBody>
          <a:bodyPr/>
          <a:lstStyle/>
          <a:p>
            <a:r>
              <a:rPr b="1" dirty="0" err="1"/>
              <a:t>AgriDirect</a:t>
            </a:r>
            <a:r>
              <a:rPr dirty="0"/>
              <a:t> – </a:t>
            </a:r>
            <a:r>
              <a:rPr lang="en-US" sz="3200" dirty="0"/>
              <a:t>Mobile App for Direct Market Access for Farmers</a:t>
            </a:r>
            <a:endParaRPr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13561"/>
            <a:ext cx="6400800" cy="226131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       </a:t>
            </a:r>
            <a:r>
              <a:rPr dirty="0"/>
              <a:t>“Empowering Farmers with Fair Prices &amp; Direct Access”</a:t>
            </a:r>
            <a:endParaRPr lang="en-US" dirty="0"/>
          </a:p>
          <a:p>
            <a:endParaRPr dirty="0"/>
          </a:p>
          <a:p>
            <a:r>
              <a:rPr dirty="0"/>
              <a:t>Team </a:t>
            </a:r>
            <a:r>
              <a:rPr lang="en-US" dirty="0"/>
              <a:t>Members</a:t>
            </a:r>
          </a:p>
          <a:p>
            <a:r>
              <a:rPr lang="en-US" dirty="0"/>
              <a:t>RAHUL R</a:t>
            </a:r>
          </a:p>
          <a:p>
            <a:r>
              <a:rPr lang="en-US" dirty="0"/>
              <a:t>RANJITH L</a:t>
            </a:r>
          </a:p>
          <a:p>
            <a:r>
              <a:rPr lang="en-US" dirty="0"/>
              <a:t>MOWLEESWARAN G</a:t>
            </a:r>
          </a:p>
          <a:p>
            <a:r>
              <a:rPr lang="en-US" dirty="0"/>
              <a:t>MOHAMMED HUSSAIN A M</a:t>
            </a:r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394" y="569606"/>
            <a:ext cx="8229600" cy="1143000"/>
          </a:xfrm>
        </p:spPr>
        <p:txBody>
          <a:bodyPr/>
          <a:lstStyle/>
          <a:p>
            <a:r>
              <a:rPr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342" y="2332037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Farmers rely on middlemen → unfair pricing</a:t>
            </a:r>
          </a:p>
          <a:p>
            <a:pPr marL="0" indent="0">
              <a:buNone/>
            </a:pPr>
            <a:r>
              <a:rPr dirty="0"/>
              <a:t>• Lack of direct access to buyers</a:t>
            </a:r>
          </a:p>
          <a:p>
            <a:pPr marL="0" indent="0">
              <a:buNone/>
            </a:pPr>
            <a:r>
              <a:rPr dirty="0"/>
              <a:t>• No transparent system for pricing</a:t>
            </a:r>
          </a:p>
          <a:p>
            <a:pPr marL="0" indent="0">
              <a:buNone/>
            </a:pPr>
            <a:r>
              <a:rPr dirty="0"/>
              <a:t>• Payments are often delayed &amp; insecure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06244"/>
            <a:ext cx="8229600" cy="827703"/>
          </a:xfrm>
        </p:spPr>
        <p:txBody>
          <a:bodyPr/>
          <a:lstStyle/>
          <a:p>
            <a:r>
              <a:rPr b="1" dirty="0"/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419" y="2261419"/>
            <a:ext cx="7949381" cy="32249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A mobile app that connects farmers directly with buyers</a:t>
            </a:r>
          </a:p>
          <a:p>
            <a:pPr marL="0" indent="0">
              <a:buNone/>
            </a:pPr>
            <a:r>
              <a:rPr dirty="0"/>
              <a:t>• Provides real-time price prediction &amp; transparency</a:t>
            </a:r>
          </a:p>
          <a:p>
            <a:pPr marL="0" indent="0">
              <a:buNone/>
            </a:pPr>
            <a:r>
              <a:rPr dirty="0"/>
              <a:t>• Enables secure digital payments</a:t>
            </a:r>
          </a:p>
          <a:p>
            <a:pPr marL="0" indent="0">
              <a:buNone/>
            </a:pPr>
            <a:r>
              <a:rPr dirty="0"/>
              <a:t>• Integrates AI chatbot for farming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444"/>
            <a:ext cx="8229600" cy="916193"/>
          </a:xfrm>
        </p:spPr>
        <p:txBody>
          <a:bodyPr/>
          <a:lstStyle/>
          <a:p>
            <a:r>
              <a:rPr b="1" dirty="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258" y="2261419"/>
            <a:ext cx="8229600" cy="330363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dirty="0"/>
              <a:t>• Marketplace – Farmers list crops, buyers purchase directly</a:t>
            </a:r>
          </a:p>
          <a:p>
            <a:pPr marL="0" indent="0">
              <a:buNone/>
            </a:pPr>
            <a:r>
              <a:rPr dirty="0"/>
              <a:t>• Dynamic Price Prediction – AI model suggests fair crop prices</a:t>
            </a:r>
          </a:p>
          <a:p>
            <a:pPr marL="0" indent="0">
              <a:buNone/>
            </a:pPr>
            <a:r>
              <a:rPr dirty="0"/>
              <a:t>• Secure Payments – UPI / </a:t>
            </a:r>
            <a:r>
              <a:rPr dirty="0" err="1"/>
              <a:t>Razorpay</a:t>
            </a:r>
            <a:r>
              <a:rPr dirty="0"/>
              <a:t> integration with instant settlement</a:t>
            </a:r>
          </a:p>
          <a:p>
            <a:pPr marL="0" indent="0">
              <a:buNone/>
            </a:pPr>
            <a:r>
              <a:rPr dirty="0"/>
              <a:t>• AI Chatbot – Answers farmers’ queries (farming tips, market guidance)</a:t>
            </a:r>
          </a:p>
          <a:p>
            <a:pPr marL="0" indent="0">
              <a:buNone/>
            </a:pPr>
            <a:r>
              <a:rPr dirty="0"/>
              <a:t>• Logistics Support – Connect with local transport for deliveries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175" y="2169243"/>
            <a:ext cx="8096865" cy="34240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• Frontend: React Native (Expo)</a:t>
            </a:r>
          </a:p>
          <a:p>
            <a:pPr marL="0" indent="0">
              <a:buNone/>
            </a:pPr>
            <a:r>
              <a:rPr dirty="0"/>
              <a:t>• Backend: Node.js + Express / Firebase Functions</a:t>
            </a:r>
          </a:p>
          <a:p>
            <a:pPr marL="0" indent="0">
              <a:buNone/>
            </a:pPr>
            <a:r>
              <a:rPr dirty="0"/>
              <a:t>• Database: Firebase </a:t>
            </a:r>
            <a:r>
              <a:rPr dirty="0" err="1"/>
              <a:t>Firestore</a:t>
            </a:r>
            <a:endParaRPr dirty="0"/>
          </a:p>
          <a:p>
            <a:pPr marL="0" indent="0">
              <a:buNone/>
            </a:pPr>
            <a:r>
              <a:rPr dirty="0"/>
              <a:t>• AI/ML: Regression Model (Scikit-learn / TensorFlow) for price prediction</a:t>
            </a:r>
          </a:p>
          <a:p>
            <a:pPr marL="0" indent="0">
              <a:buNone/>
            </a:pPr>
            <a:r>
              <a:rPr dirty="0"/>
              <a:t>• Payments: </a:t>
            </a:r>
            <a:r>
              <a:rPr dirty="0" err="1"/>
              <a:t>Razorpay</a:t>
            </a:r>
            <a:r>
              <a:rPr dirty="0"/>
              <a:t> Sandbox / UPI Integration</a:t>
            </a:r>
          </a:p>
          <a:p>
            <a:pPr marL="0" indent="0">
              <a:buNone/>
            </a:pPr>
            <a:r>
              <a:rPr dirty="0"/>
              <a:t>• Chatbot: RASA / </a:t>
            </a:r>
            <a:r>
              <a:rPr dirty="0" err="1"/>
              <a:t>Dialogflow</a:t>
            </a:r>
            <a:r>
              <a:rPr dirty="0"/>
              <a:t> / Custom NLP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045" y="737419"/>
            <a:ext cx="8229600" cy="1061884"/>
          </a:xfrm>
        </p:spPr>
        <p:txBody>
          <a:bodyPr>
            <a:normAutofit/>
          </a:bodyPr>
          <a:lstStyle/>
          <a:p>
            <a:r>
              <a:rPr b="1" dirty="0"/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852" y="2475272"/>
            <a:ext cx="8229600" cy="2824316"/>
          </a:xfrm>
        </p:spPr>
        <p:txBody>
          <a:bodyPr>
            <a:normAutofit fontScale="92500"/>
          </a:bodyPr>
          <a:lstStyle/>
          <a:p>
            <a:r>
              <a:rPr dirty="0"/>
              <a:t>Farmer logs in (secure OTP/Aadhaar-based).</a:t>
            </a:r>
          </a:p>
          <a:p>
            <a:r>
              <a:rPr dirty="0"/>
              <a:t>Farmer lists crop → System suggests a fair price.</a:t>
            </a:r>
          </a:p>
          <a:p>
            <a:r>
              <a:rPr dirty="0"/>
              <a:t>Buyer browses crops, places order.</a:t>
            </a:r>
          </a:p>
          <a:p>
            <a:r>
              <a:rPr dirty="0"/>
              <a:t>Payment done securely via app.</a:t>
            </a:r>
          </a:p>
          <a:p>
            <a:r>
              <a:rPr dirty="0"/>
              <a:t>AI chatbot assists farmers anytime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9103"/>
            <a:ext cx="8229600" cy="1143000"/>
          </a:xfrm>
        </p:spPr>
        <p:txBody>
          <a:bodyPr/>
          <a:lstStyle/>
          <a:p>
            <a:r>
              <a:rPr b="1" dirty="0"/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223320"/>
            <a:ext cx="8229600" cy="2411360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Eliminates middlemen exploitation</a:t>
            </a:r>
          </a:p>
          <a:p>
            <a:pPr marL="0" indent="0">
              <a:buNone/>
            </a:pPr>
            <a:r>
              <a:rPr dirty="0"/>
              <a:t>• Increases farmer income (fair pricing)</a:t>
            </a:r>
          </a:p>
          <a:p>
            <a:pPr marL="0" indent="0">
              <a:buNone/>
            </a:pPr>
            <a:r>
              <a:rPr dirty="0"/>
              <a:t>• Builds trust with secure payments</a:t>
            </a:r>
          </a:p>
          <a:p>
            <a:pPr marL="0" indent="0">
              <a:buNone/>
            </a:pPr>
            <a:r>
              <a:rPr dirty="0"/>
              <a:t>• Scalable to millions of farmers across India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6916" y="2297061"/>
            <a:ext cx="7826478" cy="285381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dirty="0"/>
              <a:t>• Blockchain Traceability → track farm-to-market journey</a:t>
            </a:r>
          </a:p>
          <a:p>
            <a:pPr marL="0" indent="0">
              <a:buNone/>
            </a:pPr>
            <a:r>
              <a:rPr dirty="0"/>
              <a:t>• AI Crop Recommendations → suggest profitable crops to farmers</a:t>
            </a:r>
          </a:p>
          <a:p>
            <a:pPr marL="0" indent="0">
              <a:buNone/>
            </a:pPr>
            <a:r>
              <a:rPr dirty="0"/>
              <a:t>• Logistics Partnerships → integrate delivery networks</a:t>
            </a:r>
          </a:p>
          <a:p>
            <a:pPr marL="0" indent="0">
              <a:buNone/>
            </a:pPr>
            <a:r>
              <a:rPr dirty="0"/>
              <a:t>• National Rollout with Govt. + NGO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509" y="2170472"/>
            <a:ext cx="8229600" cy="2283542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Support to scale this prototype into a real-world solution</a:t>
            </a:r>
          </a:p>
          <a:p>
            <a:pPr marL="0" indent="0">
              <a:buNone/>
            </a:pPr>
            <a:r>
              <a:rPr dirty="0"/>
              <a:t>• Partnerships with agriculture boards, logistics, and fintech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806" y="1472610"/>
            <a:ext cx="7890387" cy="1466799"/>
          </a:xfrm>
        </p:spPr>
        <p:txBody>
          <a:bodyPr>
            <a:normAutofit/>
          </a:bodyPr>
          <a:lstStyle/>
          <a:p>
            <a:r>
              <a:rPr lang="en-US" b="1" dirty="0"/>
              <a:t>Thank You               </a:t>
            </a:r>
            <a:br>
              <a:rPr lang="en-US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568" y="2664541"/>
            <a:ext cx="7782232" cy="83574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“When farmers win, the nation wins.” 🌱</a:t>
            </a:r>
            <a:r>
              <a:rPr lang="en-US" b="1" dirty="0"/>
              <a:t>         </a:t>
            </a:r>
            <a:endParaRPr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348</Words>
  <Application>Microsoft Office PowerPoint</Application>
  <PresentationFormat>On-screen Show (4:3)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AgriDirect – Mobile App for Direct Market Access for Farmers</vt:lpstr>
      <vt:lpstr>Problem Statement</vt:lpstr>
      <vt:lpstr>Our Solution</vt:lpstr>
      <vt:lpstr>Key Features</vt:lpstr>
      <vt:lpstr>Technology Stack</vt:lpstr>
      <vt:lpstr>Demo Flow</vt:lpstr>
      <vt:lpstr>Impact</vt:lpstr>
      <vt:lpstr>Future Scope</vt:lpstr>
      <vt:lpstr>Our Ask</vt:lpstr>
      <vt:lpstr>Thank You              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Ranjith L</cp:lastModifiedBy>
  <cp:revision>2</cp:revision>
  <dcterms:created xsi:type="dcterms:W3CDTF">2013-01-27T09:14:16Z</dcterms:created>
  <dcterms:modified xsi:type="dcterms:W3CDTF">2025-09-19T10:31:39Z</dcterms:modified>
  <cp:category/>
</cp:coreProperties>
</file>